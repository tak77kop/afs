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594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51760"/>
            <a:ext cx="1054577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60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周辺</a:t>
            </a:r>
            <a:r>
              <a:rPr sz="60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パッケージ解説</a:t>
            </a:r>
            <a:endParaRPr sz="60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対象パッケージ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3473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bringup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起動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stt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　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音声入力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tts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　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音声出力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toio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　 </a:t>
            </a: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移動ロボット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・viewer　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表示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evaluator_app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検証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全体の流れ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2248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・声 →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stt（聞く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→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家族ノード（考える・対象外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→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tts（喋る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→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toio（動く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）／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viewer（見せる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afs_bringup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3202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lang="en-US" altLang="ja-JP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launch all</a:t>
            </a: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（起動の入口）が</a:t>
            </a:r>
            <a:r>
              <a:rPr lang="en-US" altLang="ja-JP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1</a:t>
            </a: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つだけ入っている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lang="ja-JP" altLang="en-US" sz="28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lang="en-US" altLang="ja-JP" sz="28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ros2 launch </a:t>
            </a:r>
            <a:r>
              <a:rPr lang="en-US" altLang="ja-JP" sz="28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afs_bringup</a:t>
            </a:r>
            <a:r>
              <a:rPr lang="ja-JP" altLang="en-US" sz="28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lang="en-US" altLang="ja-JP" sz="28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afs_all.launch.py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・全ノードの起動順序を知っているのはこのファイルだけ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lang="en-US" altLang="ja-JP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ROS2 </a:t>
            </a: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の </a:t>
            </a:r>
            <a:r>
              <a:rPr lang="en-US" altLang="ja-JP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launch </a:t>
            </a:r>
            <a:r>
              <a:rPr lang="ja-JP" altLang="en-US" sz="28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機構が単独で読み込むため、</a:t>
            </a:r>
            <a:r>
              <a:rPr lang="ja-JP" altLang="en-US" sz="280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他パッケージのように別モジュールへ分割すると </a:t>
            </a:r>
            <a:r>
              <a:rPr lang="en-US" altLang="ja-JP" sz="280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ImportError</a:t>
            </a:r>
            <a:r>
              <a:rPr lang="ja-JP" altLang="en-US" sz="280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SessionArchiver.archive()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・前回セッションのファイルを archive/&lt;日時&gt;/ へ退避する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・会話ログ・評価プロット・CSV が対象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・コピーしてから削除するので、途中で失敗してもデータは消えない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・起動時と終了時（atexit）の両方で呼ばれる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LeaderElection.determine()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3350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最初に話す役割を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Gemini API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の投票で決める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家族全員に同時に問い合わせる（ThreadPoolExecutor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）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1人ずつ聞くと待ち時間が積み上がるため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・20秒で打ち切り、集まった票だけで決定する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同数のときは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family_config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の並び順で決める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・API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キー未設定・タイムアウト・無投票、いずれもランダム</a:t>
            </a: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選択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で代替する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TerminalCommandBuilder.build()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各ノードを開く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GUI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端末のコマンドを組み立てる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新しい端末は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ROS2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環境を引き継がない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そのため</a:t>
            </a: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setup.bash</a:t>
            </a: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を自力で探して</a:t>
            </a: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source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する</a:t>
            </a:r>
            <a:endParaRPr sz="1900" b="0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環境変数（API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キー・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プロキシ設定）も明示的に引き継ぐ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端末を閉じずに残すので、ノードが落ちてもエラーが読める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88E67-8F49-E6D3-4F50-E5A9DFE0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CAD56-AA49-C01A-541C-0A1D99D9E4FC}"/>
              </a:ext>
            </a:extLst>
          </p:cNvPr>
          <p:cNvSpPr txBox="1"/>
          <p:nvPr/>
        </p:nvSpPr>
        <p:spPr>
          <a:xfrm>
            <a:off x="822960" y="637178"/>
            <a:ext cx="10545775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9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launch_nodes</a:t>
            </a:r>
            <a:r>
              <a:rPr sz="39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()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7CF7247-8CB3-5193-D63D-135711B08653}"/>
              </a:ext>
            </a:extLst>
          </p:cNvPr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626A36-54ED-A5D9-F1E3-EC6E1F735848}"/>
              </a:ext>
            </a:extLst>
          </p:cNvPr>
          <p:cNvSpPr txBox="1"/>
          <p:nvPr/>
        </p:nvSpPr>
        <p:spPr>
          <a:xfrm>
            <a:off x="822960" y="1874519"/>
            <a:ext cx="10545775" cy="2227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28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画面レイアウトのサイズ定義</a:t>
            </a:r>
            <a:endParaRPr lang="en-US" altLang="ja-JP"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 marL="342900" indent="-342900" algn="l">
              <a:lnSpc>
                <a:spcPct val="128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altLang="ja-JP"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Initial_role</a:t>
            </a: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に選ばれた家族メンバーのみ </a:t>
            </a:r>
            <a:r>
              <a:rPr lang="en-US" altLang="ja-JP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–initiate</a:t>
            </a: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引数を付与、起動</a:t>
            </a:r>
            <a:endParaRPr lang="en-US" altLang="ja-JP"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 marL="342900" indent="-342900" algn="l">
              <a:lnSpc>
                <a:spcPct val="128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設定値に基づき、</a:t>
            </a:r>
            <a:r>
              <a:rPr lang="en-US" altLang="ja-JP"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toio</a:t>
            </a:r>
            <a:r>
              <a:rPr lang="ja-JP" altLang="en-US"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ノードの起動をスキップする</a:t>
            </a:r>
            <a:endParaRPr lang="en-US" altLang="ja-JP"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 marL="342900" indent="-342900" algn="l">
              <a:lnSpc>
                <a:spcPct val="128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endParaRPr lang="en-US" altLang="ja-JP"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09108-C7DE-BB8E-0BA0-ECC359E172B8}"/>
              </a:ext>
            </a:extLst>
          </p:cNvPr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680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generate_launch_description()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・①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前回データを退避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SessionArchiver.archive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()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・②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config.json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を読む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・③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残プロセスを掃除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pkill</a:t>
            </a:r>
            <a:endParaRPr sz="2200" b="1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・④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最初の話者を投票で決定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LeaderElection.determine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()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・⑤ 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全ノードを起動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　</a:t>
            </a:r>
            <a:r>
              <a:rPr sz="2200" b="1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launch_nodes</a:t>
            </a:r>
            <a:r>
              <a:rPr sz="2200" b="1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()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選ばれた役割にだけ</a:t>
            </a:r>
            <a:r>
              <a:rPr sz="1900" b="0" dirty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 --initiate </a:t>
            </a:r>
            <a:r>
              <a:rPr sz="1900" b="0" dirty="0" err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が付く</a:t>
            </a:r>
            <a:endParaRPr sz="1900" b="0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afs_stt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・声を文字にし、誰が答えるかまで決めて渡す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文字だけ配ると3人が同時に返事してしまうため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・通信層　afs_stt.py（ROS2 の送受信）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・ロジック層　stt_backend.py（録音・VAD・文字起こし）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src/afs_stt/afs_stt/afs_stt.py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AFSSTT.__init__()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・publisher / subscriber を作る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afs_user_intervention　発話開始・終了・認識文・決定を publish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afs_responder_vote　各メンバーの投票を subscribe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・録音は別スレッド（recorder_thread）で開始する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マイクで止まる処理は ROS2 のコールバック内では動かせない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vote_callback()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・各家族メンバーからの投票を1件ずつ受け取る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・{voter: voted_for} の辞書に貯める（同じ voter は上書き）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・全員分が揃った時点で即座に集計へ進む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10秒の待ちを最後まで使わずに済む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_recorder_loop()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・① 聞く　VAD が発話の始まりと終わりを検出する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・② 配る　認識文を全員へ配り、投票させる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・③ 数える　count_votes() で最多得票を決定（10秒上限）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・④ 待つ　afs_stt_resume が来るまで録音を止める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待たないと、返事の音声を拾って割り込みが続いてしまう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afs_stt.py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_record_audio()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・webrtcvad で音声区間を検出しながら録音する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・speech_trigger_frames　連続で声が続いたら録音開始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咳やノイズで録音が始まらないようにする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・max_silence_frames　連続で無音が続いたら録音終了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連続条件なので、息継ぎでは切れない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・判定は VAD ＋ 音量しきい値の AND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スピーカーから返るロボット自身の声を除くため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stt_backend.py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_transcribe_with_rest()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・録音した PCM を WAV に変換し、Gemini API へ送る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・音声はそのまま送らず base64 エンコードして JSON に載せる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・戻り値は文字起こしのテキストのみ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・失敗しても例外を投げず空文字を返す（会話を止めない）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stt_backend.py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count_votes()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・投票（役割 → 投票先）を集計し、最多得票者を返す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・同数のときは family_config の並び順で決める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・投票が1つもなくても、必ず先頭メンバーが答える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無言になることを避けるため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stt_backend.py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afs_tts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・合成は並列、再生は1つずつ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これで会話の発話順が保たれる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・通信層　afs_tts.py（送受信・待ち行列の管理）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・ロジック層　tts_backend.py（合成・スピーカー制御）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src/afs_tts/afs_tts/afs_tts.py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speak_text_callback()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・afs_speak_text サービスの受け口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・CSV 1行のリクエストを解析し、合成タスクを即座に開始する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・戻り値 success は「受け付けた」だけを意味する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喋り終わりは afs_tts_finished で別途伝わる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_queue_audio_task()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・合成タスクを先に作り、待ち行列にはタスクの handle だけを積む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・複数メンバーの合成が同時に進行できる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・再生の順番は待ち行列に積まれた順で決まる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_playback_worker()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・待ち行列を1件ずつ処理する常駐処理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・その項目の合成完了を待ってから再生する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・出力先スピーカーが見つからなければデフォルト出力へ切り替える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・再生後に afs_tts_status / afs_tts_finished を publish 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load_config()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・出力先の決め方を3通りのうちどれにするか決める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・chat_mode　1　toio 未使用。全員1つの出力から鳴らす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・use_hdmi_fallback　役割別スピーカーが1台も見つからない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・通常　役割ごとの Bluetooth スピーカーから鳴らす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interrupt_tts_callback()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・stop_all　スピーカーを消音し、待ち行列を空にする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止めるだけでは既に送った音が鳴り続けるため消音する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・resume_all　保存しておいた元の音量に戻す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・それ以外　今再生中の1件だけを取り消す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・二重に消音しない（元の音量を 0 で上書きしないため）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afs_interrupt_tts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generate_audio()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・Gemini API で音声を合成し、一時 WAV ファイルを返す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・最大5回まで再試行する（レート制限対策）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・PCM 24kHz・モノラル・16bit で受け取り、WAV ヘッダを付ける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・失敗しても None を返すだけで例外を投げない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tts_backend.py / GeminiTTS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AudioSinkController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・スピーカー（出力先）の一覧取得と音量操作を担当する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・PipeWire（wpctl）を先に試し、失敗したら PulseAudio（pactl）へ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・2つは音量の尺度が違う（0.0〜1.0 と 65536＝100%）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set_sink_volume() が変換を吸収する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tts_backend.py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afs_toio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・キューブの位置を配信し、話者の方へ向ける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・通信層　afs_toio.py（BLE 通信・状態更新）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・ロジック層　toio_backend.py（MAC 取得・設定読込）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・config の toio_move が 0 のときは起動しない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起動＝Bluetooth 探索の開始のため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src/afs_toio/afs_toio/afs_toio.py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_scan_connect_toio()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・BLE で設定済みキューブを探して接続する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・見つからない・接続失敗したキューブは飛ばして続行する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・接続できたキューブは軽く回転し、接続を目視確認できる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・終了後に必ず afs_toio_status（toios_ready）を publish 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_periodic_position_publish()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・全キューブの最新位置を 0.5 秒ごとに publish 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・位置そのものは BLE 通知のたびに更新される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通知は多すぎるので、配信だけ一定間隔にまとめている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afs_toio.py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execute_script_cb()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・afs_toio_move_script（移動命令）の受け口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・ユーザ割り込み中は通常の移動命令を無視する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[LEADER_RESPONSE] 付きの命令だけは例外で実行される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・handle_command_sequence() で実行し、完了通知を必ず出す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移動処理自体は未実装だが、完了通知は finally で必ず出る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afs_toio.py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user_intervention_cb()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・ユーザの発話開始・終了に反応する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・開始時：進行中の移動を即キャンセルする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・handle_user_intervention() でキューブをユーザの方へ向け、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赤く点灯させる（終了時は消灯）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afs_toio.py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toio_speaker_match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・役割・キューブ・スピーカーを実験前に対応づける単独ツール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・launch all では起動しない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・run_automatic_matching()　BLE 探索順に i 番目どうしを対応づける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・スピーカーが役割名を読み上げ、同時にそのキューブが回転する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人は「喋ったスピーカー」を「回っているキューブ」に載せるだけでよい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・結果は config.json の toio_speaker_match に書き戻される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afs_viewer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・評価プロットを Tkinter でリアルタイム表示するだけ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・Tkinter と ROS2 は両方「自分がメインループを持つ」作り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そのままでは同居できない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src/afs_viewer/afs_viewer/afs_viewer.py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listener_callback() / spin()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・Tkinter の mainloop を主にし、ROS2 はそこに間借りする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・100ms ごとに rclpy.spin_once(timeout_sec=0) を呼ぶ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溜まった分だけ処理して即座に戻るので画面が固まらない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・受信は listener_callback()。直接 GUI を触ると落ちる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master.after(0, ...) で GUI スレッドに実行させる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afs_viewer.py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toggle_blink()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・現在位置の印あり／印なしの2枚を1秒ごとに入れ替える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印だけが点滅して見える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・2枚は afs_therapist が描いて保存する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・読み込み失敗は無視し、次の点滅で再試行する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書き込み中の不完全なファイルを掴むことがあるため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plot_viewer_gui.py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afs_evaluator_app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・実験後、人が LLM の評価を採点し直して並べて検証する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・ROS2 に依存しない単独の Flask アプリ（port 5001）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・分析文や目標値は隠し、会話だけを見せる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システム側の判断が見えると採点が引きずられるため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src/afs_evaluator_app/afs_evaluator_app/app.py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get_archive()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・1つの archive フォルダを読み、まとめて返す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・会話履歴　parse_conversation_history() で分析文などを除去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・評価 CSV　parse_evaluation_csv() で JSON 列を展開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・62項目の文言・下位尺度も一緒に返す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save_csv()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・研究者の採点を CSV に保存する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・1セッション1ファイル。LLM の点と人の点を並べて書く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・62項目すべてを常に書く（未回答も含む）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ファイルの形をそろえ、そのまま分析に使えるようにする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afs_interfaces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・独自サービス定義 TTSService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・text（会話履歴と同じ CSV 1行）→ success（受付のみ）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喋り終わりは afs_tts_finished で別途伝わる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config / database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・afs_config　config.json。全ノード共通のほぼ唯一の設定入口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家族構成・言語・VAD・LLM・toio↔スピーカー対応など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・afs_database　実行中の出力先（会話履歴・評価 CSV・プロット）</a:t>
            </a:r>
          </a:p>
          <a:p>
            <a:pPr marL="502920" indent="0">
              <a:lnSpc>
                <a:spcPct val="128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  <a:ea typeface="Meiryo"/>
                <a:cs typeface="Arial"/>
              </a:rPr>
              <a:t>－ セッションごとに archive/&lt;日時&gt;/ へ退避される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トピック相関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・stt ↔ 家族ノード　afs_user_intervention／afs_responder_vote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・家族ノード ↔ tts　afs_speak_text（サービス）／afs_tts_finished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・家族ノード ↔ toio　afs_toio_move_script／afs_toio_position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・therapist → viewer　afs_faces_plot_updated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9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まとめ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417320"/>
            <a:ext cx="1054577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874519"/>
            <a:ext cx="10545775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・bringup　　起動順を決める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・stt　　　　聞いて答え手を決める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・tts　　　　順番どおり喋る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・toio　　　 話者の方を向く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・viewer　　 評価を映す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  <a:ea typeface="Meiryo"/>
                <a:cs typeface="Arial"/>
              </a:rPr>
              <a:t>・evaluator_app　人が検証する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Arial"/>
                <a:ea typeface="Meiryo"/>
                <a:cs typeface="Arial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1555</Words>
  <Application>Microsoft Office PowerPoint</Application>
  <PresentationFormat>ワイド画面</PresentationFormat>
  <Paragraphs>273</Paragraphs>
  <Slides>40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琢斗 鈴木</cp:lastModifiedBy>
  <cp:revision>2</cp:revision>
  <dcterms:created xsi:type="dcterms:W3CDTF">2013-01-27T09:14:16Z</dcterms:created>
  <dcterms:modified xsi:type="dcterms:W3CDTF">2026-09-23T06:27:07Z</dcterms:modified>
  <cp:category/>
</cp:coreProperties>
</file>